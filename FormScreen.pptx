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DC51-1133-43CF-9AAE-1F896E8BE3F0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DAF57-EEAF-4EA2-9A57-646BCBD3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52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DC51-1133-43CF-9AAE-1F896E8BE3F0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DAF57-EEAF-4EA2-9A57-646BCBD3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469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DC51-1133-43CF-9AAE-1F896E8BE3F0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DAF57-EEAF-4EA2-9A57-646BCBD3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73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DC51-1133-43CF-9AAE-1F896E8BE3F0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DAF57-EEAF-4EA2-9A57-646BCBD3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038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DC51-1133-43CF-9AAE-1F896E8BE3F0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DAF57-EEAF-4EA2-9A57-646BCBD3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228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DC51-1133-43CF-9AAE-1F896E8BE3F0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DAF57-EEAF-4EA2-9A57-646BCBD3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534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DC51-1133-43CF-9AAE-1F896E8BE3F0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DAF57-EEAF-4EA2-9A57-646BCBD3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173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DC51-1133-43CF-9AAE-1F896E8BE3F0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DAF57-EEAF-4EA2-9A57-646BCBD3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28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DC51-1133-43CF-9AAE-1F896E8BE3F0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DAF57-EEAF-4EA2-9A57-646BCBD3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1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DC51-1133-43CF-9AAE-1F896E8BE3F0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DAF57-EEAF-4EA2-9A57-646BCBD3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88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DC51-1133-43CF-9AAE-1F896E8BE3F0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DAF57-EEAF-4EA2-9A57-646BCBD3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57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6DC51-1133-43CF-9AAE-1F896E8BE3F0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AF57-EEAF-4EA2-9A57-646BCBD3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70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626335"/>
              </p:ext>
            </p:extLst>
          </p:nvPr>
        </p:nvGraphicFramePr>
        <p:xfrm>
          <a:off x="1851570" y="877680"/>
          <a:ext cx="877824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0">
                  <a:extLst>
                    <a:ext uri="{9D8B030D-6E8A-4147-A177-3AD203B41FA5}">
                      <a16:colId xmlns:a16="http://schemas.microsoft.com/office/drawing/2014/main" val="3036725179"/>
                    </a:ext>
                  </a:extLst>
                </a:gridCol>
              </a:tblGrid>
              <a:tr h="66976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1" smtClean="0">
                          <a:solidFill>
                            <a:schemeClr val="tx1"/>
                          </a:solidFill>
                        </a:rPr>
                        <a:t>getRequest : http://localhost:8090</a:t>
                      </a:r>
                    </a:p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26675"/>
                  </a:ext>
                </a:extLst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93" y="2110154"/>
            <a:ext cx="10888393" cy="308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2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81" y="2226071"/>
            <a:ext cx="10205296" cy="3192971"/>
          </a:xfrm>
          <a:prstGeom prst="rect">
            <a:avLst/>
          </a:prstGeom>
        </p:spPr>
      </p:pic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689927"/>
              </p:ext>
            </p:extLst>
          </p:nvPr>
        </p:nvGraphicFramePr>
        <p:xfrm>
          <a:off x="1713109" y="423719"/>
          <a:ext cx="8778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0">
                  <a:extLst>
                    <a:ext uri="{9D8B030D-6E8A-4147-A177-3AD203B41FA5}">
                      <a16:colId xmlns:a16="http://schemas.microsoft.com/office/drawing/2014/main" val="3036725179"/>
                    </a:ext>
                  </a:extLst>
                </a:gridCol>
              </a:tblGrid>
              <a:tr h="14754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1" smtClean="0">
                          <a:solidFill>
                            <a:schemeClr val="tx1"/>
                          </a:solidFill>
                        </a:rPr>
                        <a:t>getResponse : </a:t>
                      </a:r>
                    </a:p>
                    <a:p>
                      <a:pPr algn="ctr"/>
                      <a:r>
                        <a:rPr lang="en-US" altLang="ko-KR" sz="2800" b="1" smtClean="0">
                          <a:solidFill>
                            <a:schemeClr val="tx1"/>
                          </a:solidFill>
                        </a:rPr>
                        <a:t>http://localhost:8090/article-get?title=</a:t>
                      </a:r>
                      <a:r>
                        <a:rPr lang="ko-KR" altLang="en-US" sz="2800" b="1" smtClean="0">
                          <a:solidFill>
                            <a:schemeClr val="tx1"/>
                          </a:solidFill>
                        </a:rPr>
                        <a:t>제목입니다</a:t>
                      </a:r>
                      <a:r>
                        <a:rPr lang="en-US" altLang="ko-KR" sz="2800" b="1" smtClean="0">
                          <a:solidFill>
                            <a:schemeClr val="tx1"/>
                          </a:solidFill>
                        </a:rPr>
                        <a:t>&amp;content=</a:t>
                      </a:r>
                      <a:r>
                        <a:rPr lang="ko-KR" altLang="en-US" sz="2800" b="1" smtClean="0">
                          <a:solidFill>
                            <a:schemeClr val="tx1"/>
                          </a:solidFill>
                        </a:rPr>
                        <a:t>내용입니다</a:t>
                      </a:r>
                      <a:endParaRPr lang="en-US" altLang="ko-KR" sz="2800" b="1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26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297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515064"/>
              </p:ext>
            </p:extLst>
          </p:nvPr>
        </p:nvGraphicFramePr>
        <p:xfrm>
          <a:off x="1851570" y="877680"/>
          <a:ext cx="877824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0">
                  <a:extLst>
                    <a:ext uri="{9D8B030D-6E8A-4147-A177-3AD203B41FA5}">
                      <a16:colId xmlns:a16="http://schemas.microsoft.com/office/drawing/2014/main" val="3036725179"/>
                    </a:ext>
                  </a:extLst>
                </a:gridCol>
              </a:tblGrid>
              <a:tr h="66976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1" smtClean="0">
                          <a:solidFill>
                            <a:schemeClr val="tx1"/>
                          </a:solidFill>
                        </a:rPr>
                        <a:t>postRequest : http://localhost:8090</a:t>
                      </a:r>
                    </a:p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26675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81" y="2465438"/>
            <a:ext cx="10681392" cy="211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823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47244"/>
              </p:ext>
            </p:extLst>
          </p:nvPr>
        </p:nvGraphicFramePr>
        <p:xfrm>
          <a:off x="1713109" y="423719"/>
          <a:ext cx="877824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0">
                  <a:extLst>
                    <a:ext uri="{9D8B030D-6E8A-4147-A177-3AD203B41FA5}">
                      <a16:colId xmlns:a16="http://schemas.microsoft.com/office/drawing/2014/main" val="3036725179"/>
                    </a:ext>
                  </a:extLst>
                </a:gridCol>
              </a:tblGrid>
              <a:tr h="102525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1" smtClean="0">
                          <a:solidFill>
                            <a:schemeClr val="tx1"/>
                          </a:solidFill>
                        </a:rPr>
                        <a:t>postResponse : </a:t>
                      </a:r>
                    </a:p>
                    <a:p>
                      <a:pPr algn="ctr"/>
                      <a:r>
                        <a:rPr lang="en-US" altLang="ko-KR" sz="2800" b="1" smtClean="0">
                          <a:solidFill>
                            <a:schemeClr val="tx1"/>
                          </a:solidFill>
                        </a:rPr>
                        <a:t>http://localhost:8090/article-post</a:t>
                      </a:r>
                    </a:p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26675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654" y="2253328"/>
            <a:ext cx="9999150" cy="35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8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65261"/>
              </p:ext>
            </p:extLst>
          </p:nvPr>
        </p:nvGraphicFramePr>
        <p:xfrm>
          <a:off x="1176321" y="638529"/>
          <a:ext cx="985275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2750">
                  <a:extLst>
                    <a:ext uri="{9D8B030D-6E8A-4147-A177-3AD203B41FA5}">
                      <a16:colId xmlns:a16="http://schemas.microsoft.com/office/drawing/2014/main" val="3036725179"/>
                    </a:ext>
                  </a:extLst>
                </a:gridCol>
              </a:tblGrid>
              <a:tr h="66976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1" smtClean="0">
                          <a:solidFill>
                            <a:schemeClr val="tx1"/>
                          </a:solidFill>
                        </a:rPr>
                        <a:t>postmanRequest : http://localhost:8090/article-postman</a:t>
                      </a:r>
                    </a:p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26675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10" y="1794336"/>
            <a:ext cx="7944959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10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519282"/>
              </p:ext>
            </p:extLst>
          </p:nvPr>
        </p:nvGraphicFramePr>
        <p:xfrm>
          <a:off x="1851570" y="877680"/>
          <a:ext cx="877824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0">
                  <a:extLst>
                    <a:ext uri="{9D8B030D-6E8A-4147-A177-3AD203B41FA5}">
                      <a16:colId xmlns:a16="http://schemas.microsoft.com/office/drawing/2014/main" val="3036725179"/>
                    </a:ext>
                  </a:extLst>
                </a:gridCol>
              </a:tblGrid>
              <a:tr h="669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="1" smtClean="0">
                          <a:solidFill>
                            <a:schemeClr val="tx1"/>
                          </a:solidFill>
                        </a:rPr>
                        <a:t>postAutoRequest : http://localhost:8090</a:t>
                      </a:r>
                    </a:p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26675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81" y="2576528"/>
            <a:ext cx="11530818" cy="221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24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247150"/>
              </p:ext>
            </p:extLst>
          </p:nvPr>
        </p:nvGraphicFramePr>
        <p:xfrm>
          <a:off x="1713109" y="578464"/>
          <a:ext cx="8778240" cy="1025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0">
                  <a:extLst>
                    <a:ext uri="{9D8B030D-6E8A-4147-A177-3AD203B41FA5}">
                      <a16:colId xmlns:a16="http://schemas.microsoft.com/office/drawing/2014/main" val="3036725179"/>
                    </a:ext>
                  </a:extLst>
                </a:gridCol>
              </a:tblGrid>
              <a:tr h="102525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1" smtClean="0">
                          <a:solidFill>
                            <a:schemeClr val="tx1"/>
                          </a:solidFill>
                        </a:rPr>
                        <a:t>postAutoResponse : </a:t>
                      </a:r>
                    </a:p>
                    <a:p>
                      <a:pPr algn="ctr"/>
                      <a:r>
                        <a:rPr lang="en-US" altLang="ko-KR" sz="2800" b="1" smtClean="0">
                          <a:solidFill>
                            <a:schemeClr val="tx1"/>
                          </a:solidFill>
                        </a:rPr>
                        <a:t>http://localhost:8090/article-auto</a:t>
                      </a:r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26675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62" y="2082018"/>
            <a:ext cx="10033734" cy="349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393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820428"/>
              </p:ext>
            </p:extLst>
          </p:nvPr>
        </p:nvGraphicFramePr>
        <p:xfrm>
          <a:off x="1713109" y="578464"/>
          <a:ext cx="8778240" cy="659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0">
                  <a:extLst>
                    <a:ext uri="{9D8B030D-6E8A-4147-A177-3AD203B41FA5}">
                      <a16:colId xmlns:a16="http://schemas.microsoft.com/office/drawing/2014/main" val="3036725179"/>
                    </a:ext>
                  </a:extLst>
                </a:gridCol>
              </a:tblGrid>
              <a:tr h="659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postAutoFormdata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26675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933" y="1842869"/>
            <a:ext cx="9440592" cy="451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4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485" y="1716258"/>
            <a:ext cx="9583487" cy="4648849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047097"/>
              </p:ext>
            </p:extLst>
          </p:nvPr>
        </p:nvGraphicFramePr>
        <p:xfrm>
          <a:off x="1713109" y="578464"/>
          <a:ext cx="8778240" cy="659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0">
                  <a:extLst>
                    <a:ext uri="{9D8B030D-6E8A-4147-A177-3AD203B41FA5}">
                      <a16:colId xmlns:a16="http://schemas.microsoft.com/office/drawing/2014/main" val="3036725179"/>
                    </a:ext>
                  </a:extLst>
                </a:gridCol>
              </a:tblGrid>
              <a:tr h="6594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postAutoWwwForm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26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011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43</Words>
  <Application>Microsoft Office PowerPoint</Application>
  <PresentationFormat>와이드스크린</PresentationFormat>
  <Paragraphs>12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YONSAI</dc:creator>
  <cp:lastModifiedBy>YONSAI</cp:lastModifiedBy>
  <cp:revision>5</cp:revision>
  <dcterms:created xsi:type="dcterms:W3CDTF">2025-10-17T06:08:52Z</dcterms:created>
  <dcterms:modified xsi:type="dcterms:W3CDTF">2025-10-17T06:57:02Z</dcterms:modified>
</cp:coreProperties>
</file>